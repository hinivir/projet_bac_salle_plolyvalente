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jBv35bw7i7TxabvQKHXH5Hcl5W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458276" y="3408735"/>
            <a:ext cx="6447183" cy="2554963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458277" y="1020390"/>
            <a:ext cx="4830418" cy="2160132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2743198" y="2313702"/>
            <a:ext cx="1124016" cy="764760"/>
            <a:chOff x="1338470" y="2050773"/>
            <a:chExt cx="1603513" cy="1263186"/>
          </a:xfrm>
        </p:grpSpPr>
        <p:sp>
          <p:nvSpPr>
            <p:cNvPr id="87" name="Google Shape;87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2743198" y="1174661"/>
            <a:ext cx="1124016" cy="764760"/>
            <a:chOff x="1338470" y="2050773"/>
            <a:chExt cx="1603513" cy="1263186"/>
          </a:xfrm>
        </p:grpSpPr>
        <p:sp>
          <p:nvSpPr>
            <p:cNvPr id="90" name="Google Shape;90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Acquérir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Capteur de température</a:t>
              </a:r>
              <a:endParaRPr b="1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2743198" y="4208118"/>
            <a:ext cx="1124016" cy="764760"/>
            <a:chOff x="1338470" y="2050773"/>
            <a:chExt cx="1603513" cy="1263186"/>
          </a:xfrm>
        </p:grpSpPr>
        <p:sp>
          <p:nvSpPr>
            <p:cNvPr id="93" name="Google Shape;93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Alimenter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Cable (EDF)</a:t>
              </a:r>
              <a:endParaRPr b="1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4297910" y="2313702"/>
            <a:ext cx="1124016" cy="764760"/>
            <a:chOff x="1338470" y="2050773"/>
            <a:chExt cx="1603513" cy="1263186"/>
          </a:xfrm>
        </p:grpSpPr>
        <p:sp>
          <p:nvSpPr>
            <p:cNvPr id="96" name="Google Shape;96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Traiter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Raspberry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4297910" y="4208118"/>
            <a:ext cx="1124016" cy="764760"/>
            <a:chOff x="1338470" y="2050773"/>
            <a:chExt cx="1603513" cy="1263186"/>
          </a:xfrm>
        </p:grpSpPr>
        <p:sp>
          <p:nvSpPr>
            <p:cNvPr id="99" name="Google Shape;99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Distribuer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Fils</a:t>
              </a:r>
              <a:endParaRPr b="1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5852622" y="4208118"/>
            <a:ext cx="1124016" cy="764760"/>
            <a:chOff x="1338470" y="2050773"/>
            <a:chExt cx="1603513" cy="1263186"/>
          </a:xfrm>
        </p:grpSpPr>
        <p:sp>
          <p:nvSpPr>
            <p:cNvPr id="102" name="Google Shape;102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Transmettre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7407334" y="4208118"/>
            <a:ext cx="1124016" cy="764760"/>
            <a:chOff x="1338470" y="2050773"/>
            <a:chExt cx="1603513" cy="1263186"/>
          </a:xfrm>
        </p:grpSpPr>
        <p:sp>
          <p:nvSpPr>
            <p:cNvPr id="105" name="Google Shape;105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Agir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Moteur</a:t>
              </a:r>
              <a:endParaRPr b="1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5852622" y="2341650"/>
            <a:ext cx="1124016" cy="764760"/>
            <a:chOff x="1338470" y="2050773"/>
            <a:chExt cx="1603513" cy="1263186"/>
          </a:xfrm>
        </p:grpSpPr>
        <p:sp>
          <p:nvSpPr>
            <p:cNvPr id="108" name="Google Shape;108;p1"/>
            <p:cNvSpPr/>
            <p:nvPr/>
          </p:nvSpPr>
          <p:spPr>
            <a:xfrm>
              <a:off x="1338470" y="2050773"/>
              <a:ext cx="1603513" cy="335534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Communiquer</a:t>
              </a:r>
              <a:endPara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338470" y="2386307"/>
              <a:ext cx="1603513" cy="92765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1"/>
          <p:cNvCxnSpPr>
            <a:stCxn id="91" idx="3"/>
            <a:endCxn id="96" idx="0"/>
          </p:cNvCxnSpPr>
          <p:nvPr/>
        </p:nvCxnSpPr>
        <p:spPr>
          <a:xfrm>
            <a:off x="3867214" y="1658611"/>
            <a:ext cx="992700" cy="655200"/>
          </a:xfrm>
          <a:prstGeom prst="bent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" name="Google Shape;111;p1"/>
          <p:cNvCxnSpPr>
            <a:stCxn id="88" idx="3"/>
            <a:endCxn id="97" idx="1"/>
          </p:cNvCxnSpPr>
          <p:nvPr/>
        </p:nvCxnSpPr>
        <p:spPr>
          <a:xfrm>
            <a:off x="3867214" y="2797652"/>
            <a:ext cx="430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" name="Google Shape;112;p1"/>
          <p:cNvSpPr/>
          <p:nvPr/>
        </p:nvSpPr>
        <p:spPr>
          <a:xfrm>
            <a:off x="7407334" y="3566280"/>
            <a:ext cx="1124016" cy="488887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T°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07334" y="5189673"/>
            <a:ext cx="1124016" cy="488887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T°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"/>
          <p:cNvCxnSpPr>
            <a:endCxn id="88" idx="1"/>
          </p:cNvCxnSpPr>
          <p:nvPr/>
        </p:nvCxnSpPr>
        <p:spPr>
          <a:xfrm rot="-5400000">
            <a:off x="1073098" y="3751352"/>
            <a:ext cx="2623800" cy="716400"/>
          </a:xfrm>
          <a:prstGeom prst="bent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encrypted-tbn2.gstatic.com/images?q=tbn:ANd9GcSeqGm_OhmEQQJMWH28wRMFvFzAejqMNY7KD-_jbM5RYtzN67gqaA"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631" y="1343095"/>
            <a:ext cx="632186" cy="632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2.gstatic.com/images?q=tbn:ANd9GcSeqGm_OhmEQQJMWH28wRMFvFzAejqMNY7KD-_jbM5RYtzN67gqaA" id="116" name="Google Shape;1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893" y="2508036"/>
            <a:ext cx="632186" cy="632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"/>
          <p:cNvCxnSpPr>
            <a:stCxn id="115" idx="3"/>
            <a:endCxn id="91" idx="1"/>
          </p:cNvCxnSpPr>
          <p:nvPr/>
        </p:nvCxnSpPr>
        <p:spPr>
          <a:xfrm flipH="1" rot="10800000">
            <a:off x="2315817" y="1658588"/>
            <a:ext cx="427500" cy="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" name="Google Shape;118;p1"/>
          <p:cNvCxnSpPr>
            <a:stCxn id="109" idx="3"/>
            <a:endCxn id="116" idx="1"/>
          </p:cNvCxnSpPr>
          <p:nvPr/>
        </p:nvCxnSpPr>
        <p:spPr>
          <a:xfrm flipH="1" rot="10800000">
            <a:off x="6976638" y="2824100"/>
            <a:ext cx="613200" cy="1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" name="Google Shape;119;p1"/>
          <p:cNvCxnSpPr>
            <a:stCxn id="113" idx="1"/>
          </p:cNvCxnSpPr>
          <p:nvPr/>
        </p:nvCxnSpPr>
        <p:spPr>
          <a:xfrm rot="10800000">
            <a:off x="2014234" y="5421517"/>
            <a:ext cx="5393100" cy="12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1"/>
          <p:cNvCxnSpPr>
            <a:stCxn id="112" idx="2"/>
            <a:endCxn id="105" idx="0"/>
          </p:cNvCxnSpPr>
          <p:nvPr/>
        </p:nvCxnSpPr>
        <p:spPr>
          <a:xfrm>
            <a:off x="7969342" y="4055167"/>
            <a:ext cx="0" cy="153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1"/>
          <p:cNvCxnSpPr>
            <a:stCxn id="106" idx="2"/>
            <a:endCxn id="113" idx="0"/>
          </p:cNvCxnSpPr>
          <p:nvPr/>
        </p:nvCxnSpPr>
        <p:spPr>
          <a:xfrm>
            <a:off x="7969342" y="4972878"/>
            <a:ext cx="0" cy="216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" name="Google Shape;122;p1"/>
          <p:cNvSpPr txBox="1"/>
          <p:nvPr/>
        </p:nvSpPr>
        <p:spPr>
          <a:xfrm>
            <a:off x="4859918" y="1028487"/>
            <a:ext cx="2423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Chaîne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d’information</a:t>
            </a:r>
            <a:endParaRPr/>
          </a:p>
        </p:txBody>
      </p:sp>
      <p:sp>
        <p:nvSpPr>
          <p:cNvPr id="123" name="Google Shape;123;p1"/>
          <p:cNvSpPr txBox="1"/>
          <p:nvPr/>
        </p:nvSpPr>
        <p:spPr>
          <a:xfrm>
            <a:off x="4553387" y="3390027"/>
            <a:ext cx="242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Chaîne d’énergie</a:t>
            </a:r>
            <a:endParaRPr/>
          </a:p>
        </p:txBody>
      </p:sp>
      <p:cxnSp>
        <p:nvCxnSpPr>
          <p:cNvPr id="124" name="Google Shape;124;p1"/>
          <p:cNvCxnSpPr/>
          <p:nvPr/>
        </p:nvCxnSpPr>
        <p:spPr>
          <a:xfrm>
            <a:off x="5466612" y="2811190"/>
            <a:ext cx="430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1"/>
          <p:cNvCxnSpPr>
            <a:stCxn id="109" idx="2"/>
            <a:endCxn id="99" idx="0"/>
          </p:cNvCxnSpPr>
          <p:nvPr/>
        </p:nvCxnSpPr>
        <p:spPr>
          <a:xfrm rot="5400000">
            <a:off x="5086530" y="2879910"/>
            <a:ext cx="1101600" cy="1554600"/>
          </a:xfrm>
          <a:prstGeom prst="bentConnector3">
            <a:avLst>
              <a:gd fmla="val 68143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" name="Google Shape;126;p1"/>
          <p:cNvCxnSpPr/>
          <p:nvPr/>
        </p:nvCxnSpPr>
        <p:spPr>
          <a:xfrm>
            <a:off x="3867300" y="4590428"/>
            <a:ext cx="430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1"/>
          <p:cNvCxnSpPr/>
          <p:nvPr/>
        </p:nvCxnSpPr>
        <p:spPr>
          <a:xfrm>
            <a:off x="5422087" y="4590415"/>
            <a:ext cx="430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"/>
          <p:cNvCxnSpPr/>
          <p:nvPr/>
        </p:nvCxnSpPr>
        <p:spPr>
          <a:xfrm>
            <a:off x="6976725" y="4590428"/>
            <a:ext cx="430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2019-02-18T15:27:45Z</dcterms:created>
  <dc:creator>Julien de Vulpillières</dc:creator>
</cp:coreProperties>
</file>