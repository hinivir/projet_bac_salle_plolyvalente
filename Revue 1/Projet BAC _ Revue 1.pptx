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Average"/>
      <p:regular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Average-regular.fntdata"/><Relationship Id="rId14" Type="http://schemas.openxmlformats.org/officeDocument/2006/relationships/slide" Target="slides/slide9.xml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c732d60393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c732d60393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732d6039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732d6039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c732d6039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c732d6039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c80e6f86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c80e6f86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c80e6f86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c80e6f86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c80e6f861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c80e6f861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c80e6f861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c80e6f861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c876edbab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c876edbab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BAC : Salle Polyvalente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Revue 1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Fait par Bruggeman Viktor</a:t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8465000" y="4764600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1/08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Organisation de la 1ère partie (Gantt)	      p.3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Analyse et recherche				      p.4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SYSML (UC/REQ)				      p.5-6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Chaîne d’énergie et d’information	      p.7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Solution trouvé pour le projet.		      p.8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8465000" y="4764600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2</a:t>
            </a: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/08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Organisation de la 1ère partie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8465000" y="4764600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3</a:t>
            </a: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/08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88350"/>
            <a:ext cx="8839201" cy="16255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Analyse et recherche</a:t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8465000" y="4764600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4</a:t>
            </a: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/08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4350" y="237625"/>
            <a:ext cx="4058625" cy="4767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SYSML (UC et REQ)</a:t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8465000" y="4764600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5</a:t>
            </a: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/08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14390" l="0" r="0" t="0"/>
          <a:stretch/>
        </p:blipFill>
        <p:spPr>
          <a:xfrm>
            <a:off x="3321500" y="288625"/>
            <a:ext cx="5143500" cy="440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Suite SYSML (UC et REQ)</a:t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8465000" y="4764600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6</a:t>
            </a: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/08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19002" l="0" r="0" t="0"/>
          <a:stretch/>
        </p:blipFill>
        <p:spPr>
          <a:xfrm>
            <a:off x="3786150" y="259825"/>
            <a:ext cx="4310224" cy="472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Chaîne</a:t>
            </a:r>
            <a:r>
              <a:rPr lang="fr"/>
              <a:t> d’énergie et d’information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8465000" y="4764600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7</a:t>
            </a: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/08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 trouvé pour le projet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Solution pour le capteur de température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Capteur TMP 36 (prix : 1.92 €)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Capteur ADA1298 (prix 69 €)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/>
              <a:t>Solution pour changer la température de la salle 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Contrôler le radiateur via un moteur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/>
              <a:t>Acheter un radiateur connecter (environ 300 €)</a:t>
            </a:r>
            <a:endParaRPr/>
          </a:p>
        </p:txBody>
      </p:sp>
      <p:sp>
        <p:nvSpPr>
          <p:cNvPr id="109" name="Google Shape;109;p20"/>
          <p:cNvSpPr txBox="1"/>
          <p:nvPr/>
        </p:nvSpPr>
        <p:spPr>
          <a:xfrm>
            <a:off x="8465000" y="4764600"/>
            <a:ext cx="67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8</a:t>
            </a:r>
            <a:r>
              <a:rPr lang="fr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/08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179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4500"/>
              <a:t>FIN</a:t>
            </a:r>
            <a:endParaRPr sz="4500"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2206475"/>
            <a:ext cx="8520600" cy="23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Merci de m’avoir écouter.</a:t>
            </a:r>
            <a:endParaRPr sz="2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fr" sz="2400"/>
              <a:t>Avez-vous des questions ?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